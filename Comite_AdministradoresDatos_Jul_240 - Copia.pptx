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913957-94A5-5EF9-EDC9-C2834EB53A53}" v="34" dt="2026-07-16T13:00:35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z Hernandez, Wilson Eduardo" userId="S::wilson.jerez@hdiseguros.com.co::a88fddfb-eef9-42b0-96fa-7acb505ed55f" providerId="AD" clId="Web-{5C913957-94A5-5EF9-EDC9-C2834EB53A53}"/>
    <pc:docChg chg="addSld delSld modSld">
      <pc:chgData name="Jerez Hernandez, Wilson Eduardo" userId="S::wilson.jerez@hdiseguros.com.co::a88fddfb-eef9-42b0-96fa-7acb505ed55f" providerId="AD" clId="Web-{5C913957-94A5-5EF9-EDC9-C2834EB53A53}" dt="2026-07-16T13:00:35.364" v="33"/>
      <pc:docMkLst>
        <pc:docMk/>
      </pc:docMkLst>
      <pc:sldChg chg="addSp delSp add del">
        <pc:chgData name="Jerez Hernandez, Wilson Eduardo" userId="S::wilson.jerez@hdiseguros.com.co::a88fddfb-eef9-42b0-96fa-7acb505ed55f" providerId="AD" clId="Web-{5C913957-94A5-5EF9-EDC9-C2834EB53A53}" dt="2026-07-16T13:00:35.364" v="33"/>
        <pc:sldMkLst>
          <pc:docMk/>
          <pc:sldMk cId="0" sldId="260"/>
        </pc:sldMkLst>
        <pc:spChg chg="add del">
          <ac:chgData name="Jerez Hernandez, Wilson Eduardo" userId="S::wilson.jerez@hdiseguros.com.co::a88fddfb-eef9-42b0-96fa-7acb505ed55f" providerId="AD" clId="Web-{5C913957-94A5-5EF9-EDC9-C2834EB53A53}" dt="2026-07-16T13:00:35.364" v="19"/>
          <ac:spMkLst>
            <pc:docMk/>
            <pc:sldMk cId="0" sldId="260"/>
            <ac:spMk id="11" creationId="{00000000-0000-0000-0000-000000000000}"/>
          </ac:spMkLst>
        </pc:spChg>
        <pc:spChg chg="add del">
          <ac:chgData name="Jerez Hernandez, Wilson Eduardo" userId="S::wilson.jerez@hdiseguros.com.co::a88fddfb-eef9-42b0-96fa-7acb505ed55f" providerId="AD" clId="Web-{5C913957-94A5-5EF9-EDC9-C2834EB53A53}" dt="2026-07-16T13:00:35.364" v="20"/>
          <ac:spMkLst>
            <pc:docMk/>
            <pc:sldMk cId="0" sldId="260"/>
            <ac:spMk id="12" creationId="{00000000-0000-0000-0000-000000000000}"/>
          </ac:spMkLst>
        </pc:spChg>
        <pc:spChg chg="add del">
          <ac:chgData name="Jerez Hernandez, Wilson Eduardo" userId="S::wilson.jerez@hdiseguros.com.co::a88fddfb-eef9-42b0-96fa-7acb505ed55f" providerId="AD" clId="Web-{5C913957-94A5-5EF9-EDC9-C2834EB53A53}" dt="2026-07-16T13:00:35.364" v="21"/>
          <ac:spMkLst>
            <pc:docMk/>
            <pc:sldMk cId="0" sldId="260"/>
            <ac:spMk id="13" creationId="{00000000-0000-0000-0000-000000000000}"/>
          </ac:spMkLst>
        </pc:spChg>
        <pc:spChg chg="add del">
          <ac:chgData name="Jerez Hernandez, Wilson Eduardo" userId="S::wilson.jerez@hdiseguros.com.co::a88fddfb-eef9-42b0-96fa-7acb505ed55f" providerId="AD" clId="Web-{5C913957-94A5-5EF9-EDC9-C2834EB53A53}" dt="2026-07-16T13:00:35.364" v="23"/>
          <ac:spMkLst>
            <pc:docMk/>
            <pc:sldMk cId="0" sldId="260"/>
            <ac:spMk id="17" creationId="{00000000-0000-0000-0000-000000000000}"/>
          </ac:spMkLst>
        </pc:spChg>
        <pc:spChg chg="add del">
          <ac:chgData name="Jerez Hernandez, Wilson Eduardo" userId="S::wilson.jerez@hdiseguros.com.co::a88fddfb-eef9-42b0-96fa-7acb505ed55f" providerId="AD" clId="Web-{5C913957-94A5-5EF9-EDC9-C2834EB53A53}" dt="2026-07-16T13:00:35.364" v="24"/>
          <ac:spMkLst>
            <pc:docMk/>
            <pc:sldMk cId="0" sldId="260"/>
            <ac:spMk id="18" creationId="{00000000-0000-0000-0000-000000000000}"/>
          </ac:spMkLst>
        </pc:spChg>
        <pc:spChg chg="add del">
          <ac:chgData name="Jerez Hernandez, Wilson Eduardo" userId="S::wilson.jerez@hdiseguros.com.co::a88fddfb-eef9-42b0-96fa-7acb505ed55f" providerId="AD" clId="Web-{5C913957-94A5-5EF9-EDC9-C2834EB53A53}" dt="2026-07-16T13:00:35.364" v="25"/>
          <ac:spMkLst>
            <pc:docMk/>
            <pc:sldMk cId="0" sldId="260"/>
            <ac:spMk id="19" creationId="{00000000-0000-0000-0000-000000000000}"/>
          </ac:spMkLst>
        </pc:spChg>
        <pc:spChg chg="add del">
          <ac:chgData name="Jerez Hernandez, Wilson Eduardo" userId="S::wilson.jerez@hdiseguros.com.co::a88fddfb-eef9-42b0-96fa-7acb505ed55f" providerId="AD" clId="Web-{5C913957-94A5-5EF9-EDC9-C2834EB53A53}" dt="2026-07-16T13:00:35.364" v="27"/>
          <ac:spMkLst>
            <pc:docMk/>
            <pc:sldMk cId="0" sldId="260"/>
            <ac:spMk id="23" creationId="{00000000-0000-0000-0000-000000000000}"/>
          </ac:spMkLst>
        </pc:spChg>
        <pc:spChg chg="add del">
          <ac:chgData name="Jerez Hernandez, Wilson Eduardo" userId="S::wilson.jerez@hdiseguros.com.co::a88fddfb-eef9-42b0-96fa-7acb505ed55f" providerId="AD" clId="Web-{5C913957-94A5-5EF9-EDC9-C2834EB53A53}" dt="2026-07-16T13:00:35.364" v="28"/>
          <ac:spMkLst>
            <pc:docMk/>
            <pc:sldMk cId="0" sldId="260"/>
            <ac:spMk id="24" creationId="{00000000-0000-0000-0000-000000000000}"/>
          </ac:spMkLst>
        </pc:spChg>
        <pc:spChg chg="add del">
          <ac:chgData name="Jerez Hernandez, Wilson Eduardo" userId="S::wilson.jerez@hdiseguros.com.co::a88fddfb-eef9-42b0-96fa-7acb505ed55f" providerId="AD" clId="Web-{5C913957-94A5-5EF9-EDC9-C2834EB53A53}" dt="2026-07-16T13:00:35.364" v="29"/>
          <ac:spMkLst>
            <pc:docMk/>
            <pc:sldMk cId="0" sldId="260"/>
            <ac:spMk id="25" creationId="{00000000-0000-0000-0000-000000000000}"/>
          </ac:spMkLst>
        </pc:spChg>
        <pc:spChg chg="add del">
          <ac:chgData name="Jerez Hernandez, Wilson Eduardo" userId="S::wilson.jerez@hdiseguros.com.co::a88fddfb-eef9-42b0-96fa-7acb505ed55f" providerId="AD" clId="Web-{5C913957-94A5-5EF9-EDC9-C2834EB53A53}" dt="2026-07-16T13:00:35.364" v="31"/>
          <ac:spMkLst>
            <pc:docMk/>
            <pc:sldMk cId="0" sldId="260"/>
            <ac:spMk id="29" creationId="{00000000-0000-0000-0000-000000000000}"/>
          </ac:spMkLst>
        </pc:spChg>
        <pc:spChg chg="add del">
          <ac:chgData name="Jerez Hernandez, Wilson Eduardo" userId="S::wilson.jerez@hdiseguros.com.co::a88fddfb-eef9-42b0-96fa-7acb505ed55f" providerId="AD" clId="Web-{5C913957-94A5-5EF9-EDC9-C2834EB53A53}" dt="2026-07-16T13:00:35.364" v="32"/>
          <ac:spMkLst>
            <pc:docMk/>
            <pc:sldMk cId="0" sldId="260"/>
            <ac:spMk id="30" creationId="{00000000-0000-0000-0000-000000000000}"/>
          </ac:spMkLst>
        </pc:spChg>
        <pc:spChg chg="add del">
          <ac:chgData name="Jerez Hernandez, Wilson Eduardo" userId="S::wilson.jerez@hdiseguros.com.co::a88fddfb-eef9-42b0-96fa-7acb505ed55f" providerId="AD" clId="Web-{5C913957-94A5-5EF9-EDC9-C2834EB53A53}" dt="2026-07-16T13:00:35.364" v="33"/>
          <ac:spMkLst>
            <pc:docMk/>
            <pc:sldMk cId="0" sldId="260"/>
            <ac:spMk id="31" creationId="{00000000-0000-0000-0000-000000000000}"/>
          </ac:spMkLst>
        </pc:spChg>
        <pc:picChg chg="add del">
          <ac:chgData name="Jerez Hernandez, Wilson Eduardo" userId="S::wilson.jerez@hdiseguros.com.co::a88fddfb-eef9-42b0-96fa-7acb505ed55f" providerId="AD" clId="Web-{5C913957-94A5-5EF9-EDC9-C2834EB53A53}" dt="2026-07-16T13:00:35.364" v="18"/>
          <ac:picMkLst>
            <pc:docMk/>
            <pc:sldMk cId="0" sldId="260"/>
            <ac:picMk id="10" creationId="{00000000-0000-0000-0000-000000000000}"/>
          </ac:picMkLst>
        </pc:picChg>
        <pc:picChg chg="add del">
          <ac:chgData name="Jerez Hernandez, Wilson Eduardo" userId="S::wilson.jerez@hdiseguros.com.co::a88fddfb-eef9-42b0-96fa-7acb505ed55f" providerId="AD" clId="Web-{5C913957-94A5-5EF9-EDC9-C2834EB53A53}" dt="2026-07-16T13:00:35.364" v="22"/>
          <ac:picMkLst>
            <pc:docMk/>
            <pc:sldMk cId="0" sldId="260"/>
            <ac:picMk id="16" creationId="{00000000-0000-0000-0000-000000000000}"/>
          </ac:picMkLst>
        </pc:picChg>
        <pc:picChg chg="add del">
          <ac:chgData name="Jerez Hernandez, Wilson Eduardo" userId="S::wilson.jerez@hdiseguros.com.co::a88fddfb-eef9-42b0-96fa-7acb505ed55f" providerId="AD" clId="Web-{5C913957-94A5-5EF9-EDC9-C2834EB53A53}" dt="2026-07-16T13:00:35.364" v="26"/>
          <ac:picMkLst>
            <pc:docMk/>
            <pc:sldMk cId="0" sldId="260"/>
            <ac:picMk id="22" creationId="{00000000-0000-0000-0000-000000000000}"/>
          </ac:picMkLst>
        </pc:picChg>
        <pc:picChg chg="add del">
          <ac:chgData name="Jerez Hernandez, Wilson Eduardo" userId="S::wilson.jerez@hdiseguros.com.co::a88fddfb-eef9-42b0-96fa-7acb505ed55f" providerId="AD" clId="Web-{5C913957-94A5-5EF9-EDC9-C2834EB53A53}" dt="2026-07-16T13:00:35.364" v="30"/>
          <ac:picMkLst>
            <pc:docMk/>
            <pc:sldMk cId="0" sldId="260"/>
            <ac:picMk id="2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EFD61-90AD-4F68-AE26-C512380B3795}" type="datetimeFigureOut">
              <a:t>16/07/2026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707-023F-42E1-A966-843F5B19C043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6530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03120" y="2331720"/>
            <a:ext cx="7863840" cy="1691640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Text 1"/>
          <p:cNvSpPr/>
          <p:nvPr/>
        </p:nvSpPr>
        <p:spPr>
          <a:xfrm>
            <a:off x="2331720" y="2331720"/>
            <a:ext cx="7406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ENCUENTRO GOBIERNO DE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05256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24/07/2026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Shape 4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8" name="Shape 5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Text 3"/>
          <p:cNvSpPr/>
          <p:nvPr/>
        </p:nvSpPr>
        <p:spPr>
          <a:xfrm>
            <a:off x="1920240" y="502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EA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0" cy="5074920"/>
          </a:xfrm>
          <a:prstGeom prst="line">
            <a:avLst/>
          </a:prstGeom>
          <a:noFill/>
          <a:ln w="31750">
            <a:solidFill>
              <a:srgbClr val="0E4A2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426464"/>
            <a:ext cx="2834640" cy="67665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37160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08760" y="137160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operativo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31920" y="1371600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Actuales dominios definidos, dueños de información y administradores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931920" y="2157984"/>
            <a:ext cx="7589520" cy="0"/>
          </a:xfrm>
          <a:prstGeom prst="line">
            <a:avLst/>
          </a:prstGeom>
          <a:noFill/>
          <a:ln w="9525">
            <a:solidFill>
              <a:srgbClr val="6EA31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267712"/>
            <a:ext cx="2834640" cy="67665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212848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08760" y="221284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Fase I Decommission DWH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931920" y="2212848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avances, plan de acción, inventario de fuentes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931920" y="2999232"/>
            <a:ext cx="7589520" cy="0"/>
          </a:xfrm>
          <a:prstGeom prst="line">
            <a:avLst/>
          </a:prstGeom>
          <a:noFill/>
          <a:ln w="9525">
            <a:solidFill>
              <a:srgbClr val="6EA31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3108960"/>
            <a:ext cx="2834640" cy="67665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3054096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508760" y="3054096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CDP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931920" y="3054096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Colombia Data Program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931920" y="3840480"/>
            <a:ext cx="7589520" cy="0"/>
          </a:xfrm>
          <a:prstGeom prst="line">
            <a:avLst/>
          </a:prstGeom>
          <a:noFill/>
          <a:ln w="9525">
            <a:solidFill>
              <a:srgbClr val="6EA31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3950208"/>
            <a:ext cx="2834640" cy="67665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3895344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508760" y="3895344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actualización de datos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931920" y="3895344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de política para generar actualización de datos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931920" y="4681728"/>
            <a:ext cx="7589520" cy="0"/>
          </a:xfrm>
          <a:prstGeom prst="line">
            <a:avLst/>
          </a:prstGeom>
          <a:noFill/>
          <a:ln w="9525">
            <a:solidFill>
              <a:srgbClr val="6EA31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960" y="4791456"/>
            <a:ext cx="2834640" cy="67665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29" name="Text 26"/>
          <p:cNvSpPr/>
          <p:nvPr/>
        </p:nvSpPr>
        <p:spPr>
          <a:xfrm>
            <a:off x="914400" y="4736592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508760" y="4736592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versión completa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931920" y="4736592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 de Copilot, Flujos Iniciativas, Formato Declaración Proveedores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3931920" y="5522976"/>
            <a:ext cx="7589520" cy="0"/>
          </a:xfrm>
          <a:prstGeom prst="line">
            <a:avLst/>
          </a:prstGeom>
          <a:noFill/>
          <a:ln w="9525">
            <a:solidFill>
              <a:srgbClr val="6EA31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2960" y="5632704"/>
            <a:ext cx="2834640" cy="67665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4" name="Text 31"/>
          <p:cNvSpPr/>
          <p:nvPr/>
        </p:nvSpPr>
        <p:spPr>
          <a:xfrm>
            <a:off x="914400" y="557784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1508760" y="557784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3931920" y="5577840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Shape 3"/>
          <p:cNvSpPr/>
          <p:nvPr/>
        </p:nvSpPr>
        <p:spPr>
          <a:xfrm>
            <a:off x="1920240" y="384048"/>
            <a:ext cx="9966960" cy="713232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Text 4"/>
          <p:cNvSpPr/>
          <p:nvPr/>
        </p:nvSpPr>
        <p:spPr>
          <a:xfrm>
            <a:off x="2148840" y="38404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OPERATIVO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Shape 3"/>
          <p:cNvSpPr/>
          <p:nvPr/>
        </p:nvSpPr>
        <p:spPr>
          <a:xfrm>
            <a:off x="1920240" y="384048"/>
            <a:ext cx="9966960" cy="713232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Text 4"/>
          <p:cNvSpPr/>
          <p:nvPr/>
        </p:nvSpPr>
        <p:spPr>
          <a:xfrm>
            <a:off x="2148840" y="38404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FASE I DECOMISSION DWH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Shape 3"/>
          <p:cNvSpPr/>
          <p:nvPr/>
        </p:nvSpPr>
        <p:spPr>
          <a:xfrm>
            <a:off x="1920240" y="384048"/>
            <a:ext cx="9966960" cy="713232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Text 4"/>
          <p:cNvSpPr/>
          <p:nvPr/>
        </p:nvSpPr>
        <p:spPr>
          <a:xfrm>
            <a:off x="2148840" y="38404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CDP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150876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78992" y="1764792"/>
            <a:ext cx="566928" cy="566928"/>
          </a:xfrm>
          <a:prstGeom prst="ellipse">
            <a:avLst/>
          </a:prstGeom>
          <a:solidFill>
            <a:srgbClr val="0E4A2E"/>
          </a:solidFill>
          <a:ln/>
        </p:spPr>
      </p:sp>
      <p:pic>
        <p:nvPicPr>
          <p:cNvPr id="10" name="Image 1" descr="assets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189280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17099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CDP?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15568" y="2377440"/>
            <a:ext cx="4489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oficial de datos analíticos de HDI Colombia (Redshift / AWS). Alimentado por IAxis, AS400 y cargas manuales.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15568" y="3273552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nocturna · delay ~1 día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55080" y="150876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11112" y="1764792"/>
            <a:ext cx="566928" cy="566928"/>
          </a:xfrm>
          <a:prstGeom prst="ellipse">
            <a:avLst/>
          </a:prstGeom>
          <a:solidFill>
            <a:srgbClr val="04A1A8"/>
          </a:solidFill>
          <a:ln/>
        </p:spPr>
      </p:sp>
      <p:pic>
        <p:nvPicPr>
          <p:cNvPr id="16" name="Image 2" descr="assets/icon_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189280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60920" y="17099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accede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647688" y="2377440"/>
            <a:ext cx="4489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en Datahub → Permisos y accesos → Acceso a esquemas CDP. Conexión vía DBeaver (puerto 9519, DB adp_dwh).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647688" y="3273552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Ambientes: Prod / Non Prod / Dev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22960" y="402336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78992" y="4279392"/>
            <a:ext cx="566928" cy="566928"/>
          </a:xfrm>
          <a:prstGeom prst="ellipse">
            <a:avLst/>
          </a:prstGeom>
          <a:solidFill>
            <a:srgbClr val="76A219"/>
          </a:solidFill>
          <a:ln/>
        </p:spPr>
      </p:sp>
      <p:pic>
        <p:nvPicPr>
          <p:cNvPr id="22" name="Image 3" descr="assets/icon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440740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28800" y="42245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 clave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115568" y="4892040"/>
            <a:ext cx="4489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quemar SKs en el código (solo en JOIN). Usar current_record_flag = 1. Siempre filtrar con LIMIT / WHERE.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15568" y="5788152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Arrancar siempre desde la FACT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355080" y="402336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611112" y="4279392"/>
            <a:ext cx="566928" cy="566928"/>
          </a:xfrm>
          <a:prstGeom prst="ellipse">
            <a:avLst/>
          </a:prstGeom>
          <a:solidFill>
            <a:srgbClr val="1F7A6E"/>
          </a:solidFill>
          <a:ln/>
        </p:spPr>
      </p:sp>
      <p:pic>
        <p:nvPicPr>
          <p:cNvPr id="28" name="Image 4" descr="assets/icon_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4407408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60920" y="42245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encontrar más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6647688" y="4892040"/>
            <a:ext cx="4489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en Confluence, repositorio de documentación de modelos y soporte del equipo CDP.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647688" y="5788152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Contacto: equipo CDP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Shape 3"/>
          <p:cNvSpPr/>
          <p:nvPr/>
        </p:nvSpPr>
        <p:spPr>
          <a:xfrm>
            <a:off x="1920240" y="384048"/>
            <a:ext cx="9966960" cy="713232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Text 4"/>
          <p:cNvSpPr/>
          <p:nvPr/>
        </p:nvSpPr>
        <p:spPr>
          <a:xfrm>
            <a:off x="2148840" y="38404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Actualización de datos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Shape 3"/>
          <p:cNvSpPr/>
          <p:nvPr/>
        </p:nvSpPr>
        <p:spPr>
          <a:xfrm>
            <a:off x="1920240" y="384048"/>
            <a:ext cx="9966960" cy="713232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Text 4"/>
          <p:cNvSpPr/>
          <p:nvPr/>
        </p:nvSpPr>
        <p:spPr>
          <a:xfrm>
            <a:off x="2148840" y="38404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DWH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A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Avances del último mes en CDP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1920240"/>
            <a:ext cx="54864" cy="1691640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18288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de datos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212848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Cargas AS400 adelantadas para cumplir ventana de negocio.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8803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~6:00 AM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55080" y="1920240"/>
            <a:ext cx="54864" cy="1691640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18288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Ingesta de nuevas fuentes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83680" y="2212848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Nuevas cargas desde AS400 y Red Comercial.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0" y="28803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Disponibles para consumo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4434840"/>
            <a:ext cx="54864" cy="1691640"/>
          </a:xfrm>
          <a:prstGeom prst="rect">
            <a:avLst/>
          </a:prstGeom>
          <a:solidFill>
            <a:srgbClr val="76A219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3434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Enriquecimiento del modelo CDP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" y="4727448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Nuevos atributos en siniestros, sucursales y coberturas.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51560" y="5394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continua del modelo analítico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55080" y="4434840"/>
            <a:ext cx="54864" cy="1691640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43434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negocio crítica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83680" y="4727448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de amparos sumables y alineación de prima entre AS400 e IAXIS.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3680" y="5394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correcto de valor asegurado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Shape 3"/>
          <p:cNvSpPr/>
          <p:nvPr/>
        </p:nvSpPr>
        <p:spPr>
          <a:xfrm>
            <a:off x="1920240" y="384048"/>
            <a:ext cx="9966960" cy="713232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Text 4"/>
          <p:cNvSpPr/>
          <p:nvPr/>
        </p:nvSpPr>
        <p:spPr>
          <a:xfrm>
            <a:off x="2148840" y="38404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DWH · Detalle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A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Avances del último mes en CDP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80" y="1828800"/>
            <a:ext cx="2697480" cy="411480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2395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AS400 optimizado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26700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cargas adelantado.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listo 6:00 AM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73552" y="1828800"/>
            <a:ext cx="2697480" cy="411480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14" name="Text 11"/>
          <p:cNvSpPr/>
          <p:nvPr/>
        </p:nvSpPr>
        <p:spPr>
          <a:xfrm>
            <a:off x="3364992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73552" y="2395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AS400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73552" y="26700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tablas nuevas.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73552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Comercial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273552" y="3566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claves, intermediarios, segmentación.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35624" y="1828800"/>
            <a:ext cx="2697480" cy="411480"/>
          </a:xfrm>
          <a:prstGeom prst="rect">
            <a:avLst/>
          </a:prstGeom>
          <a:solidFill>
            <a:srgbClr val="76A219"/>
          </a:solidFill>
          <a:ln/>
        </p:spPr>
      </p:sp>
      <p:sp>
        <p:nvSpPr>
          <p:cNvPr id="20" name="Text 17"/>
          <p:cNvSpPr/>
          <p:nvPr/>
        </p:nvSpPr>
        <p:spPr>
          <a:xfrm>
            <a:off x="6227064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ENRIQUECIMIENTO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35624" y="2395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de siniestros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35624" y="26700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campos clave de siniestros.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135624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de sucursales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135624" y="3566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 atributos de sucursal y canal.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1879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negocio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35624" y="446227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 en 3 vistas de analítica.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997696" y="1828800"/>
            <a:ext cx="2697480" cy="411480"/>
          </a:xfrm>
          <a:prstGeom prst="rect">
            <a:avLst/>
          </a:prstGeom>
          <a:solidFill>
            <a:srgbClr val="3F8F5C"/>
          </a:solidFill>
          <a:ln/>
        </p:spPr>
      </p:sp>
      <p:sp>
        <p:nvSpPr>
          <p:cNvPr id="28" name="Text 25"/>
          <p:cNvSpPr/>
          <p:nvPr/>
        </p:nvSpPr>
        <p:spPr>
          <a:xfrm>
            <a:off x="9089136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NEGOCIO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997696" y="2395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8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anual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997696" y="26700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alineada entre IAXIS y AS400.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997696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8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asegurado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997696" y="3566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amparos que suman al valor asegurado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EA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29260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0" y="6729984"/>
            <a:ext cx="6094476" cy="128016"/>
          </a:xfrm>
          <a:prstGeom prst="rect">
            <a:avLst/>
          </a:prstGeom>
          <a:solidFill>
            <a:srgbClr val="0E4A2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9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6</cp:revision>
  <dcterms:created xsi:type="dcterms:W3CDTF">2026-07-16T12:46:58Z</dcterms:created>
  <dcterms:modified xsi:type="dcterms:W3CDTF">2026-07-16T13:00:44Z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32563e1-3a21-4ec8-bf37-ac0b17ff5835_Enabled">
    <vt:lpwstr>true</vt:lpwstr>
  </property>
  <property fmtid="{D5CDD505-2E9C-101B-9397-08002B2CF9AE}" pid="3" name="MSIP_Label_932563e1-3a21-4ec8-bf37-ac0b17ff5835_SetDate">
    <vt:lpwstr>2026-07-16T12:55:14Z</vt:lpwstr>
  </property>
  <property fmtid="{D5CDD505-2E9C-101B-9397-08002B2CF9AE}" pid="4" name="MSIP_Label_932563e1-3a21-4ec8-bf37-ac0b17ff5835_Method">
    <vt:lpwstr>Standard</vt:lpwstr>
  </property>
  <property fmtid="{D5CDD505-2E9C-101B-9397-08002B2CF9AE}" pid="5" name="MSIP_Label_932563e1-3a21-4ec8-bf37-ac0b17ff5835_Name">
    <vt:lpwstr>Internal use label</vt:lpwstr>
  </property>
  <property fmtid="{D5CDD505-2E9C-101B-9397-08002B2CF9AE}" pid="6" name="MSIP_Label_932563e1-3a21-4ec8-bf37-ac0b17ff5835_SiteId">
    <vt:lpwstr>35681c81-d5eb-4c9e-8171-6e66bc263a82</vt:lpwstr>
  </property>
  <property fmtid="{D5CDD505-2E9C-101B-9397-08002B2CF9AE}" pid="7" name="MSIP_Label_932563e1-3a21-4ec8-bf37-ac0b17ff5835_ActionId">
    <vt:lpwstr>aab5f530-ada7-4bca-b89a-a412eb3496ad</vt:lpwstr>
  </property>
  <property fmtid="{D5CDD505-2E9C-101B-9397-08002B2CF9AE}" pid="8" name="MSIP_Label_932563e1-3a21-4ec8-bf37-ac0b17ff5835_ContentBits">
    <vt:lpwstr>0</vt:lpwstr>
  </property>
  <property fmtid="{D5CDD505-2E9C-101B-9397-08002B2CF9AE}" pid="9" name="MSIP_Label_932563e1-3a21-4ec8-bf37-ac0b17ff5835_Tag">
    <vt:lpwstr>10, 3, 0, 2</vt:lpwstr>
  </property>
</Properties>
</file>